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68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8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2026-05-01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2026-05-01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0E2DFC-9EE5-1BAC-9E9E-C2C59B4D06B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25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ED7D31">
                    <a:alpha val="50000"/>
                  </a:srgbClr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Workflow Automation and Reporting System</a:t>
            </a:r>
            <a:endParaRPr lang="en-US" sz="28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Khushi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2210991794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Ashish Kumar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data-driven organizations, large volumes of structured and unstructured data are processed daily.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workflows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ingestion, validation, transformation, and reporting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still handled manually or semi-automatically.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traditional approaches result in: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chances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 and traceability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data volume grows, managing workflows becomes increasingly complex and inefficient. </a:t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b="1" dirty="0"/>
              <a:t>Problem Statement: </a:t>
            </a:r>
            <a:r>
              <a:rPr lang="en-US" dirty="0"/>
              <a:t>Need for an automated system that can reduce manual effort, improve data accuracy and provide real-time reporting and visibility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30D3-B418-EBAC-F7D5-9B6FD867C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51B0F09-1EE0-4EC5-3081-862A3B8FFB0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C5382D7-59B9-00B0-1F91-061E4F545BB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64CF334-C46F-1E02-140C-9FCA7350369A}"/>
              </a:ext>
            </a:extLst>
          </p:cNvPr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Automation and Reporting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end-to-end data processing pipeline including: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upload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rule-based validation mechanisms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dashboards and reports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logging and error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Goal: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scalable, efficient, and reliable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enterprise-level applications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0043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8066D-5CBB-07B7-D3DC-2DD61797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7960FBC-FA64-7282-9ACE-17A853168D9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Design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DC79D2B-4638-97B3-DEDF-FD825D1DE5E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0DE92F8-38FC-E707-A3AB-FCB6D916967E}"/>
              </a:ext>
            </a:extLst>
          </p:cNvPr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for uploading datasets and viewing reports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HTML, CSS, JavaScript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processing logic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engine executes step-by-step operations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module ensures data correctness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data storage and processing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Pandas for efficient data manipulation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Engine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Module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Module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427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0A7CA-5EF6-423A-41BE-168EC6648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7606C17-B6FB-57F1-9094-D22FDA4EBE1F}"/>
              </a:ext>
            </a:extLst>
          </p:cNvPr>
          <p:cNvSpPr txBox="1"/>
          <p:nvPr/>
        </p:nvSpPr>
        <p:spPr>
          <a:xfrm>
            <a:off x="106560" y="145944"/>
            <a:ext cx="644652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Technologies</a:t>
            </a:r>
          </a:p>
          <a:p>
            <a:pPr algn="ctr">
              <a:lnSpc>
                <a:spcPct val="100000"/>
              </a:lnSpc>
            </a:pP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9212428-9FFF-C6AC-D2DC-980B5254BAC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4427992F-EF36-63CA-5A59-AE5391FB82D2}"/>
              </a:ext>
            </a:extLst>
          </p:cNvPr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(Flask)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Formats: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 and Excel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upload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workflow execution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validation engine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report generation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tracking and logging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Flow: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dataset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is triggered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rules are applied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processed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and logs are generated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5563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78830-3676-4ACC-1361-36FAE2E90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629D9E8-EDBC-4619-38BC-5AE53A7CF975}"/>
              </a:ext>
            </a:extLst>
          </p:cNvPr>
          <p:cNvSpPr txBox="1"/>
          <p:nvPr/>
        </p:nvSpPr>
        <p:spPr>
          <a:xfrm>
            <a:off x="106560" y="-92658"/>
            <a:ext cx="644652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Results, Conclusion &amp; Future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C570E85-F195-CA52-5071-9C45E759BA7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4F4FC99-7103-DEF4-564C-7685AD254FD4}"/>
              </a:ext>
            </a:extLst>
          </p:cNvPr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Achieved: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manual processing 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 and consistency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generation of structured reports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through logs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overall productivity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automates complex workflows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efficient 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real-world enterprise environments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(AWS/Azure)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processing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AI/ML-based anomaly detection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dashboards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3958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34701</TotalTime>
  <Words>432</Words>
  <Application>Microsoft Office PowerPoint</Application>
  <PresentationFormat>On-screen Show (4:3)</PresentationFormat>
  <Paragraphs>153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Helvetica 75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MEHTA Khushi OBS/GDO</cp:lastModifiedBy>
  <cp:revision>2301</cp:revision>
  <dcterms:created xsi:type="dcterms:W3CDTF">2010-04-09T07:36:15Z</dcterms:created>
  <dcterms:modified xsi:type="dcterms:W3CDTF">2026-05-01T06:01:55Z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ClassificationContentMarkingFooterLocations">
    <vt:lpwstr>Office Theme:23</vt:lpwstr>
  </property>
  <property fmtid="{D5CDD505-2E9C-101B-9397-08002B2CF9AE}" pid="15" name="ClassificationContentMarkingFooterText">
    <vt:lpwstr>Orange Restricted</vt:lpwstr>
  </property>
</Properties>
</file>